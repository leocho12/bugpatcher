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6ff6c733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6ff6c733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6ff6c733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6ff6c73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6ff6c733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66ff6c733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6ff6c7330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66ff6c7330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66ff6c7330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66ff6c733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6ff6c7330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6ff6c7330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66ff6c7330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66ff6c7330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66ff6c7330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66ff6c7330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66ff6c7330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66ff6c7330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66ff6c7330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66ff6c7330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66ff6c7330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66ff6c7330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14.gif"/><Relationship Id="rId6" Type="http://schemas.openxmlformats.org/officeDocument/2006/relationships/image" Target="../media/image3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gif"/><Relationship Id="rId4" Type="http://schemas.openxmlformats.org/officeDocument/2006/relationships/image" Target="../media/image1.png"/><Relationship Id="rId5" Type="http://schemas.openxmlformats.org/officeDocument/2006/relationships/image" Target="../media/image6.gif"/></Relationships>
</file>

<file path=ppt/slides/_rels/slide8.xml.rels><?xml version="1.0" encoding="UTF-8" standalone="yes"?><Relationships xmlns="http://schemas.openxmlformats.org/package/2006/relationships"><Relationship Id="rId20" Type="http://schemas.openxmlformats.org/officeDocument/2006/relationships/image" Target="../media/image9.png"/><Relationship Id="rId11" Type="http://schemas.openxmlformats.org/officeDocument/2006/relationships/image" Target="../media/image2.png"/><Relationship Id="rId10" Type="http://schemas.openxmlformats.org/officeDocument/2006/relationships/image" Target="../media/image28.png"/><Relationship Id="rId13" Type="http://schemas.openxmlformats.org/officeDocument/2006/relationships/image" Target="../media/image17.gif"/><Relationship Id="rId12" Type="http://schemas.openxmlformats.org/officeDocument/2006/relationships/image" Target="../media/image5.gif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gif"/><Relationship Id="rId4" Type="http://schemas.openxmlformats.org/officeDocument/2006/relationships/image" Target="../media/image16.gif"/><Relationship Id="rId9" Type="http://schemas.openxmlformats.org/officeDocument/2006/relationships/image" Target="../media/image4.png"/><Relationship Id="rId15" Type="http://schemas.openxmlformats.org/officeDocument/2006/relationships/image" Target="../media/image13.gif"/><Relationship Id="rId14" Type="http://schemas.openxmlformats.org/officeDocument/2006/relationships/image" Target="../media/image24.gif"/><Relationship Id="rId17" Type="http://schemas.openxmlformats.org/officeDocument/2006/relationships/image" Target="../media/image19.png"/><Relationship Id="rId16" Type="http://schemas.openxmlformats.org/officeDocument/2006/relationships/image" Target="../media/image21.png"/><Relationship Id="rId5" Type="http://schemas.openxmlformats.org/officeDocument/2006/relationships/image" Target="../media/image23.gif"/><Relationship Id="rId19" Type="http://schemas.openxmlformats.org/officeDocument/2006/relationships/image" Target="../media/image27.png"/><Relationship Id="rId6" Type="http://schemas.openxmlformats.org/officeDocument/2006/relationships/image" Target="../media/image12.gif"/><Relationship Id="rId18" Type="http://schemas.openxmlformats.org/officeDocument/2006/relationships/image" Target="../media/image7.png"/><Relationship Id="rId7" Type="http://schemas.openxmlformats.org/officeDocument/2006/relationships/image" Target="../media/image22.png"/><Relationship Id="rId8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2.gif"/><Relationship Id="rId4" Type="http://schemas.openxmlformats.org/officeDocument/2006/relationships/image" Target="../media/image30.gif"/><Relationship Id="rId5" Type="http://schemas.openxmlformats.org/officeDocument/2006/relationships/image" Target="../media/image34.gif"/><Relationship Id="rId6" Type="http://schemas.openxmlformats.org/officeDocument/2006/relationships/image" Target="../media/image31.gif"/><Relationship Id="rId7" Type="http://schemas.openxmlformats.org/officeDocument/2006/relationships/image" Target="../media/image29.gif"/><Relationship Id="rId8" Type="http://schemas.openxmlformats.org/officeDocument/2006/relationships/image" Target="../media/image33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6.gif"/><Relationship Id="rId4" Type="http://schemas.openxmlformats.org/officeDocument/2006/relationships/image" Target="../media/image15.gif"/><Relationship Id="rId5" Type="http://schemas.openxmlformats.org/officeDocument/2006/relationships/image" Target="../media/image38.gif"/><Relationship Id="rId6" Type="http://schemas.openxmlformats.org/officeDocument/2006/relationships/image" Target="../media/image35.gif"/><Relationship Id="rId7" Type="http://schemas.openxmlformats.org/officeDocument/2006/relationships/image" Target="../media/image18.gif"/><Relationship Id="rId8" Type="http://schemas.openxmlformats.org/officeDocument/2006/relationships/image" Target="../media/image37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1679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윈도우 프로그래밍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최종 프로젝트 결과 보고서</a:t>
            </a:r>
            <a:endParaRPr b="1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7543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20</a:t>
            </a:r>
            <a:r>
              <a:rPr b="1" lang="ko"/>
              <a:t>팀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2022184039 조형진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2022184042 홍승우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목차</a:t>
            </a:r>
            <a:endParaRPr b="1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게임 소개 및 특징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게임 규모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실행 방법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구현 내용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스크린샷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역할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게임 소개 및 특징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게임명 : BUG PATCHER(버그 패처)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장르 : 핵 앤 슬래시, 탄막 슈팅, 도트 게임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장비를 강화하여 벌레를 퇴치하는 게임</a:t>
            </a:r>
            <a:endParaRPr/>
          </a:p>
        </p:txBody>
      </p:sp>
      <p:pic>
        <p:nvPicPr>
          <p:cNvPr id="68" name="Google Shape;68;p15" title="mainmenu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7325" y="1240663"/>
            <a:ext cx="3240000" cy="32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게임 규모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맵 사이즈 : 2400*2400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윈도우 사이즈 : 800*800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플레이 타임 : 5분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0:00~2:00 : 기본 벌레 퇴치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2:00~3:00 : 나방 퇴치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3:00~4:00 : 벌 퇴치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	4:00~5:00 : 바퀴 퇴치</a:t>
            </a:r>
            <a:endParaRPr/>
          </a:p>
        </p:txBody>
      </p:sp>
      <p:pic>
        <p:nvPicPr>
          <p:cNvPr id="75" name="Google Shape;75;p16" title="mainmenu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7325" y="1240663"/>
            <a:ext cx="3240000" cy="32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실행 방법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게임 시작 : ENTER 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이동 : WASD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선택 : 마우스 좌클릭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디버그 모드(무적) : 숫자키 1</a:t>
            </a:r>
            <a:endParaRPr/>
          </a:p>
        </p:txBody>
      </p:sp>
      <p:pic>
        <p:nvPicPr>
          <p:cNvPr id="82" name="Google Shape;82;p17" title="mainmenu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7325" y="1240663"/>
            <a:ext cx="3240000" cy="32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구현 내용 - 스테이지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1751700" y="1152475"/>
            <a:ext cx="282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</a:t>
            </a:r>
            <a:r>
              <a:rPr lang="ko"/>
              <a:t>번 맵 : 기본</a:t>
            </a:r>
            <a:br>
              <a:rPr lang="ko"/>
            </a:br>
            <a:r>
              <a:rPr lang="ko"/>
              <a:t>|배경 이미지 : 격자</a:t>
            </a:r>
            <a:br>
              <a:rPr lang="ko"/>
            </a:br>
            <a:r>
              <a:rPr lang="ko"/>
              <a:t>보유 기믹 없음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2번 맵 : 기믹 맵</a:t>
            </a:r>
            <a:br>
              <a:rPr lang="ko"/>
            </a:br>
            <a:r>
              <a:rPr lang="ko"/>
              <a:t>배경 이미지 : 메인보드를 형상화한 도트 이미지</a:t>
            </a:r>
            <a:br>
              <a:rPr lang="ko"/>
            </a:br>
            <a:r>
              <a:rPr lang="ko"/>
              <a:t>보유 기믹 : CD, Fan</a:t>
            </a:r>
            <a:endParaRPr/>
          </a:p>
        </p:txBody>
      </p:sp>
      <p:pic>
        <p:nvPicPr>
          <p:cNvPr id="89" name="Google Shape;89;p18" title="map_grid_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62"/>
            <a:ext cx="1439999" cy="1494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 title="map_gimmick_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834982"/>
            <a:ext cx="1440000" cy="14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4883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CD</a:t>
            </a:r>
            <a:br>
              <a:rPr lang="ko"/>
            </a:br>
            <a:r>
              <a:rPr lang="ko"/>
              <a:t>8초마다 맵 끝에서 끝으로 이동</a:t>
            </a:r>
            <a:br>
              <a:rPr lang="ko"/>
            </a:br>
            <a:r>
              <a:rPr lang="ko"/>
              <a:t>충돌 시 15 데미지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FAN</a:t>
            </a:r>
            <a:br>
              <a:rPr lang="ko"/>
            </a:br>
            <a:r>
              <a:rPr lang="ko"/>
              <a:t>15초마다 맵 끝에서 끝으로 이동</a:t>
            </a:r>
            <a:br>
              <a:rPr lang="ko"/>
            </a:br>
            <a:r>
              <a:rPr lang="ko"/>
              <a:t>충돌 시 바람 이동 방향에 따라 밀림</a:t>
            </a:r>
            <a:endParaRPr/>
          </a:p>
        </p:txBody>
      </p:sp>
      <p:pic>
        <p:nvPicPr>
          <p:cNvPr id="92" name="Google Shape;92;p18" title="wind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74100" y="238095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CD.gi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74100" y="123155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구현 내용 - </a:t>
            </a:r>
            <a:r>
              <a:rPr lang="ko"/>
              <a:t>플레이어 및 레벨</a:t>
            </a:r>
            <a:endParaRPr/>
          </a:p>
        </p:txBody>
      </p:sp>
      <p:pic>
        <p:nvPicPr>
          <p:cNvPr id="99" name="Google Shape;99;p19" title="Player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625" y="1408600"/>
            <a:ext cx="2880000" cy="28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플레이어</a:t>
            </a:r>
            <a:endParaRPr/>
          </a:p>
          <a:p>
            <a:pPr indent="0" lvl="0" marL="0" rtl="0" algn="l">
              <a:lnSpc>
                <a:spcPct val="138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hp : 200</a:t>
            </a:r>
            <a:endParaRPr/>
          </a:p>
          <a:p>
            <a:pPr indent="0" lvl="0" marL="0" rtl="0" algn="l">
              <a:lnSpc>
                <a:spcPct val="138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레벨업 경험치 요구량 : 레벨*5</a:t>
            </a:r>
            <a:br>
              <a:rPr lang="ko"/>
            </a:br>
            <a:r>
              <a:rPr lang="ko"/>
              <a:t>레벨업 시 체력 회복</a:t>
            </a:r>
            <a:br>
              <a:rPr lang="ko"/>
            </a:br>
            <a:r>
              <a:rPr lang="ko"/>
              <a:t>보스 처치 시 체력 회복</a:t>
            </a:r>
            <a:br>
              <a:rPr lang="ko"/>
            </a:br>
            <a:r>
              <a:rPr lang="ko"/>
              <a:t>보스 처치시 장비 강화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 rotWithShape="1">
          <a:blip r:embed="rId4">
            <a:alphaModFix/>
          </a:blip>
          <a:srcRect b="30819" l="0" r="0" t="34496"/>
          <a:stretch/>
        </p:blipFill>
        <p:spPr>
          <a:xfrm>
            <a:off x="4615250" y="3592550"/>
            <a:ext cx="2626501" cy="91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 title="Player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825" y="1484800"/>
            <a:ext cx="2880000" cy="28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구현 내용 - 장비</a:t>
            </a:r>
            <a:endParaRPr/>
          </a:p>
        </p:txBody>
      </p:sp>
      <p:pic>
        <p:nvPicPr>
          <p:cNvPr id="108" name="Google Shape;108;p20" title="weapon_slash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2000" y="2294975"/>
            <a:ext cx="927676" cy="927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weapon_breath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4109" y="2294975"/>
            <a:ext cx="927676" cy="927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0" title="weapon_slow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6228" y="2294975"/>
            <a:ext cx="927676" cy="927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 title="weapon_circle.gi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28347" y="2294975"/>
            <a:ext cx="927676" cy="927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0" title="flycatcher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99676" y="2758482"/>
            <a:ext cx="463838" cy="463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0" title="spray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51785" y="2758482"/>
            <a:ext cx="463838" cy="463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0" title="homemet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803904" y="2758482"/>
            <a:ext cx="463838" cy="463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 title="lightning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256023" y="2758482"/>
            <a:ext cx="463838" cy="463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0" title="gun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708162" y="2758482"/>
            <a:ext cx="463838" cy="46350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0"/>
          <p:cNvSpPr txBox="1"/>
          <p:nvPr/>
        </p:nvSpPr>
        <p:spPr>
          <a:xfrm>
            <a:off x="1196100" y="3408950"/>
            <a:ext cx="675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파리채           에프킬라             홈매트              전기장            소금총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8" name="Google Shape;118;p20" title="weapon_slash.gif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048200" y="2371175"/>
            <a:ext cx="927676" cy="927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0" title="weapon_breath.gif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500309" y="2371175"/>
            <a:ext cx="927676" cy="927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0" title="weapon_slow.gif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952428" y="2371175"/>
            <a:ext cx="927676" cy="927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0" title="weapon_circle.gif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404547" y="2371175"/>
            <a:ext cx="927676" cy="927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0" title="flycatcher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975876" y="2834682"/>
            <a:ext cx="463838" cy="463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0" title="spray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427985" y="2834682"/>
            <a:ext cx="463838" cy="463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0" title="homemet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880104" y="2834682"/>
            <a:ext cx="463838" cy="463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0" title="lightning.png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6332223" y="2834682"/>
            <a:ext cx="463838" cy="463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0" title="gun.png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7784362" y="2834682"/>
            <a:ext cx="463838" cy="463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구현 내용 - 적</a:t>
            </a:r>
            <a:endParaRPr/>
          </a:p>
        </p:txBody>
      </p:sp>
      <p:pic>
        <p:nvPicPr>
          <p:cNvPr id="132" name="Google Shape;132;p21" title="enemyNormal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2000" y="1508825"/>
            <a:ext cx="1800000" cy="18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1" title="enemyFast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2000" y="1508825"/>
            <a:ext cx="1800000" cy="18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1" title="enemyTank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72000" y="1508825"/>
            <a:ext cx="1800000" cy="18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1" title="enemyNormal.gi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80000" y="1661225"/>
            <a:ext cx="1800000" cy="18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1" title="enemyFast.gi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80000" y="1661225"/>
            <a:ext cx="1800000" cy="18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1" title="enemyTank.gif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80000" y="1661225"/>
            <a:ext cx="1800000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1"/>
          <p:cNvSpPr txBox="1"/>
          <p:nvPr/>
        </p:nvSpPr>
        <p:spPr>
          <a:xfrm>
            <a:off x="1270650" y="3461225"/>
            <a:ext cx="1418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초파리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hp : 10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speed : 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9" name="Google Shape;139;p21"/>
          <p:cNvSpPr txBox="1"/>
          <p:nvPr/>
        </p:nvSpPr>
        <p:spPr>
          <a:xfrm>
            <a:off x="3875325" y="3461225"/>
            <a:ext cx="1418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모기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hp : 10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speed : 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6562650" y="3461225"/>
            <a:ext cx="1418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똥</a:t>
            </a:r>
            <a:r>
              <a:rPr lang="ko" sz="1800">
                <a:solidFill>
                  <a:schemeClr val="dk2"/>
                </a:solidFill>
              </a:rPr>
              <a:t>파리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hp : 20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speed : 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구현 내용 - 보스</a:t>
            </a:r>
            <a:endParaRPr/>
          </a:p>
        </p:txBody>
      </p:sp>
      <p:pic>
        <p:nvPicPr>
          <p:cNvPr id="146" name="Google Shape;146;p22" title="Boss1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2000" y="1669100"/>
            <a:ext cx="1800000" cy="1805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2" title="Boss2_flying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2000" y="1669100"/>
            <a:ext cx="1800000" cy="1805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2" title="Boss3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72000" y="1669100"/>
            <a:ext cx="1800000" cy="1805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2" title="Boss1.gi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8200" y="1745300"/>
            <a:ext cx="1800000" cy="1805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2" title="Boss2_flying.gi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48200" y="1745300"/>
            <a:ext cx="1800000" cy="1805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2" title="Boss3.gif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48200" y="1745300"/>
            <a:ext cx="1800000" cy="180531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2"/>
          <p:cNvSpPr txBox="1"/>
          <p:nvPr/>
        </p:nvSpPr>
        <p:spPr>
          <a:xfrm>
            <a:off x="1270650" y="3461225"/>
            <a:ext cx="1418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나방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hp : 1000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atk : 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탄막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3" name="Google Shape;153;p22"/>
          <p:cNvSpPr txBox="1"/>
          <p:nvPr/>
        </p:nvSpPr>
        <p:spPr>
          <a:xfrm>
            <a:off x="3875325" y="3461225"/>
            <a:ext cx="1418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벌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hp : 800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atk : 20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탄막 돌진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4" name="Google Shape;154;p22"/>
          <p:cNvSpPr txBox="1"/>
          <p:nvPr/>
        </p:nvSpPr>
        <p:spPr>
          <a:xfrm>
            <a:off x="6454650" y="3461225"/>
            <a:ext cx="1626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똥파리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hp : 1200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atk : 10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탄막 돌진 광역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구현 내용 - 종료 조건 </a:t>
            </a:r>
            <a:endParaRPr/>
          </a:p>
        </p:txBody>
      </p:sp>
      <p:sp>
        <p:nvSpPr>
          <p:cNvPr id="160" name="Google Shape;160;p23"/>
          <p:cNvSpPr txBox="1"/>
          <p:nvPr>
            <p:ph idx="1" type="body"/>
          </p:nvPr>
        </p:nvSpPr>
        <p:spPr>
          <a:xfrm>
            <a:off x="4537375" y="2656688"/>
            <a:ext cx="4260300" cy="9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보스 ‘바퀴’ 처치 시 엔딩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플레이어 hp 0 이하 시 게임 오버</a:t>
            </a:r>
            <a:endParaRPr/>
          </a:p>
        </p:txBody>
      </p:sp>
      <p:pic>
        <p:nvPicPr>
          <p:cNvPr id="161" name="Google Shape;161;p23" title="patch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025" y="747900"/>
            <a:ext cx="3820976" cy="382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3" title="patch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4225" y="824100"/>
            <a:ext cx="3820976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게임 </a:t>
            </a:r>
            <a:r>
              <a:rPr lang="ko"/>
              <a:t>시연</a:t>
            </a:r>
            <a:endParaRPr/>
          </a:p>
        </p:txBody>
      </p:sp>
      <p:sp>
        <p:nvSpPr>
          <p:cNvPr id="168" name="Google Shape;168;p24"/>
          <p:cNvSpPr txBox="1"/>
          <p:nvPr>
            <p:ph idx="1" type="body"/>
          </p:nvPr>
        </p:nvSpPr>
        <p:spPr>
          <a:xfrm>
            <a:off x="874650" y="2324400"/>
            <a:ext cx="7394700" cy="4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https://www.youtube.com/watch?v=JJoNS6mycZw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